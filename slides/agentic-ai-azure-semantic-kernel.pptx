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agentic-ai-azure-semantic-kernel</a:t>
            </a:r>
          </a:p>
          <a:p>
            <a:r>
              <a:rPr sz="1600">
                <a:solidFill>
                  <a:srgbClr val="FFFFFF"/>
                </a:solidFill>
              </a:rPr>
              <a:t>Companion · Semantic Kernel on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Compose AI skills with a Kernel + plugins</a:t>
            </a:r>
          </a:p>
          <a:p>
            <a:r>
              <a:rPr sz="1800">
                <a:solidFill>
                  <a:srgbClr val="202020"/>
                </a:solidFill>
              </a:rPr>
              <a:t>Expose a native @kernel_function</a:t>
            </a:r>
          </a:p>
          <a:p>
            <a:r>
              <a:rPr sz="1800">
                <a:solidFill>
                  <a:srgbClr val="202020"/>
                </a:solidFill>
              </a:rPr>
              <a:t>Compare Semantic Kernel to the other frameworks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Claims Validation with a native plugin</a:t>
            </a:r>
          </a:p>
          <a:p>
            <a:r>
              <a:rPr sz="1800">
                <a:solidFill>
                  <a:srgbClr val="202020"/>
                </a:solidFill>
              </a:rPr>
              <a:t>PolicyPlugin validates a policy number</a:t>
            </a:r>
          </a:p>
          <a:p>
            <a:r>
              <a:rPr sz="1800">
                <a:solidFill>
                  <a:srgbClr val="202020"/>
                </a:solidFill>
              </a:rPr>
              <a:t>Same 'tool the agent calls' idea, in 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Kernel + add_plugin(PolicyPlugin, 'policy')</a:t>
            </a:r>
          </a:p>
          <a:p>
            <a:r>
              <a:rPr sz="1800">
                <a:solidFill>
                  <a:srgbClr val="202020"/>
                </a:solidFill>
              </a:rPr>
              <a:t>Mock: kernel.invoke(plugin, function)</a:t>
            </a:r>
          </a:p>
          <a:p>
            <a:r>
              <a:rPr sz="1800">
                <a:solidFill>
                  <a:srgbClr val="202020"/>
                </a:solidFill>
              </a:rPr>
              <a:t>Azure: AzureChatCompletion + auto function calling</a:t>
            </a:r>
          </a:p>
          <a:p>
            <a:r>
              <a:rPr sz="1800">
                <a:solidFill>
                  <a:srgbClr val="202020"/>
                </a:solidFill>
              </a:rPr>
              <a:t>Structured fields stay authoritative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@kernel_function plugins; KernelArguments</a:t>
            </a:r>
          </a:p>
          <a:p>
            <a:r>
              <a:rPr sz="1800">
                <a:solidFill>
                  <a:srgbClr val="202020"/>
                </a:solidFill>
              </a:rPr>
              <a:t>Runs for real offline via kernel.invoke</a:t>
            </a:r>
          </a:p>
          <a:p>
            <a:r>
              <a:rPr sz="1800">
                <a:solidFill>
                  <a:srgbClr val="202020"/>
                </a:solidFill>
              </a:rPr>
              <a:t>SK is converging into Agent Framework 1.0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/api/v1/claims/validate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Great for embedding skills into existing apps</a:t>
            </a:r>
          </a:p>
          <a:p>
            <a:r>
              <a:rPr sz="1800">
                <a:solidFill>
                  <a:srgbClr val="202020"/>
                </a:solidFill>
              </a:rPr>
              <a:t>Strong across .NET and Python</a:t>
            </a:r>
          </a:p>
          <a:p>
            <a:r>
              <a:rPr sz="1800">
                <a:solidFill>
                  <a:srgbClr val="202020"/>
                </a:solidFill>
              </a:rPr>
              <a:t>Skills carry into the Agent Framework labs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