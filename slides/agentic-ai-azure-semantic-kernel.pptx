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covers 'agentic-ai-azure-semantic-kernel' — Companion · Semantic Kernel on Azure. Frame the problem and why it matters, then walk the class through the learning goal, the enterprise use case, the architecture/flow, the key concepts, a live run in VS Code, and the architect's takeaways. The repo runs locally with no Azure, so demo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[Learning goal] Walk through these talking points:</a:t>
            </a:r>
          </a:p>
          <a:p>
            <a:r>
              <a:t>- Compose AI skills with a Kernel + plugins</a:t>
            </a:r>
          </a:p>
          <a:p>
            <a:r>
              <a:t>- Expose a native @kernel_function</a:t>
            </a:r>
          </a:p>
          <a:p>
            <a:r>
              <a:t>- Compare Semantic Kernel to the other frameworks</a:t>
            </a:r>
          </a:p>
          <a:p>
            <a:r>
              <a:t>Ask the class: which of these ideas is new to you?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[Enterprise use case] Walk through these talking points:</a:t>
            </a:r>
          </a:p>
          <a:p>
            <a:r>
              <a:t>- Claims Validation with a native plugin</a:t>
            </a:r>
          </a:p>
          <a:p>
            <a:r>
              <a:t>- PolicyPlugin validates a policy number</a:t>
            </a:r>
          </a:p>
          <a:p>
            <a:r>
              <a:t>- Same 'tool the agent calls' idea, in SK</a:t>
            </a:r>
          </a:p>
          <a:p>
            <a:r>
              <a:t>Tip: relate this to a regulated scenario your students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[Architecture / flow] Walk through these talking points:</a:t>
            </a:r>
          </a:p>
          <a:p>
            <a:r>
              <a:t>- Kernel + add_plugin(PolicyPlugin, 'policy')</a:t>
            </a:r>
          </a:p>
          <a:p>
            <a:r>
              <a:t>- Mock: kernel.invoke(plugin, function)</a:t>
            </a:r>
          </a:p>
          <a:p>
            <a:r>
              <a:t>- Azure: AzureChatCompletion + auto function calling</a:t>
            </a:r>
          </a:p>
          <a:p>
            <a:r>
              <a:t>- Structured fields stay authoritative</a:t>
            </a:r>
          </a:p>
          <a:p>
            <a:r>
              <a:t>Demo: trace a single request through these steps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concepts] Walk through these talking points:</a:t>
            </a:r>
          </a:p>
          <a:p>
            <a:r>
              <a:t>- @kernel_function plugins; KernelArguments</a:t>
            </a:r>
          </a:p>
          <a:p>
            <a:r>
              <a:t>- Runs for real offline via kernel.invoke</a:t>
            </a:r>
          </a:p>
          <a:p>
            <a:r>
              <a:t>- SK is converging into Agent Framework 1.0</a:t>
            </a:r>
          </a:p>
          <a:p>
            <a:r>
              <a:t>Open the named file in the repo while you explain each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[Run it (VS Code — no Azure needed)] Walk through these talking points:</a:t>
            </a:r>
          </a:p>
          <a:p>
            <a:r>
              <a:t>- git clone the repo, then open it in VS Code</a:t>
            </a:r>
          </a:p>
          <a:p>
            <a:r>
              <a:t>- python -m venv .venv  →  activate it</a:t>
            </a:r>
          </a:p>
          <a:p>
            <a:r>
              <a:t>- pip install -r requirements.txt</a:t>
            </a:r>
          </a:p>
          <a:p>
            <a:r>
              <a:t>- uvicorn app.main:app --reload</a:t>
            </a:r>
          </a:p>
          <a:p>
            <a:r>
              <a:t>- Open /docs and call  POST /api/v1/claims/validate</a:t>
            </a:r>
          </a:p>
          <a:p>
            <a:r>
              <a:t>- Runs in MOCK mode — no Azure/keys needed</a:t>
            </a:r>
          </a:p>
          <a:p>
            <a:r>
              <a:t>Do this live: clone → install → run → hit /docs.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[Architect's takeaways] Walk through these talking points:</a:t>
            </a:r>
          </a:p>
          <a:p>
            <a:r>
              <a:t>- Great for embedding skills into existing apps</a:t>
            </a:r>
          </a:p>
          <a:p>
            <a:r>
              <a:t>- Strong across .NET and Python</a:t>
            </a:r>
          </a:p>
          <a:p>
            <a:r>
              <a:t>- Skills carry into the Agent Framework labs</a:t>
            </a:r>
          </a:p>
          <a:p>
            <a:r>
              <a:t>Discussion: when would you NOT choose this approach?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9144000" cy="1737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57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agentic-ai-azure-semantic-kernel</a:t>
            </a:r>
          </a:p>
          <a:p>
            <a:r>
              <a:rPr sz="1600">
                <a:solidFill>
                  <a:srgbClr val="FFFFFF"/>
                </a:solidFill>
              </a:rPr>
              <a:t>Companion · Semantic Kernel on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6CBD"/>
                </a:solidFill>
              </a:rPr>
              <a:t>Agentic AI on Azure — Enterprise Master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Learning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Compose AI skills with a Kernel + plugins</a:t>
            </a:r>
          </a:p>
          <a:p>
            <a:r>
              <a:rPr sz="1800">
                <a:solidFill>
                  <a:srgbClr val="202020"/>
                </a:solidFill>
              </a:rPr>
              <a:t>Expose a native @kernel_function</a:t>
            </a:r>
          </a:p>
          <a:p>
            <a:r>
              <a:rPr sz="1800">
                <a:solidFill>
                  <a:srgbClr val="202020"/>
                </a:solidFill>
              </a:rPr>
              <a:t>Compare Semantic Kernel to the other frameworks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Enterprise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Claims Validation with a native plugin</a:t>
            </a:r>
          </a:p>
          <a:p>
            <a:r>
              <a:rPr sz="1800">
                <a:solidFill>
                  <a:srgbClr val="202020"/>
                </a:solidFill>
              </a:rPr>
              <a:t>PolicyPlugin validates a policy number</a:t>
            </a:r>
          </a:p>
          <a:p>
            <a:r>
              <a:rPr sz="1800">
                <a:solidFill>
                  <a:srgbClr val="202020"/>
                </a:solidFill>
              </a:rPr>
              <a:t>Same 'tool the agent calls' idea, in 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Architecture /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Kernel + add_plugin(PolicyPlugin, 'policy')</a:t>
            </a:r>
          </a:p>
          <a:p>
            <a:r>
              <a:rPr sz="1800">
                <a:solidFill>
                  <a:srgbClr val="202020"/>
                </a:solidFill>
              </a:rPr>
              <a:t>Mock: kernel.invoke(plugin, function)</a:t>
            </a:r>
          </a:p>
          <a:p>
            <a:r>
              <a:rPr sz="1800">
                <a:solidFill>
                  <a:srgbClr val="202020"/>
                </a:solidFill>
              </a:rPr>
              <a:t>Azure: AzureChatCompletion + auto function calling</a:t>
            </a:r>
          </a:p>
          <a:p>
            <a:r>
              <a:rPr sz="1800">
                <a:solidFill>
                  <a:srgbClr val="202020"/>
                </a:solidFill>
              </a:rPr>
              <a:t>Structured fields stay authoritative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@kernel_function plugins; KernelArguments</a:t>
            </a:r>
          </a:p>
          <a:p>
            <a:r>
              <a:rPr sz="1800">
                <a:solidFill>
                  <a:srgbClr val="202020"/>
                </a:solidFill>
              </a:rPr>
              <a:t>Runs for real offline via kernel.invoke</a:t>
            </a:r>
          </a:p>
          <a:p>
            <a:r>
              <a:rPr sz="1800">
                <a:solidFill>
                  <a:srgbClr val="202020"/>
                </a:solidFill>
              </a:rPr>
              <a:t>SK is converging into Agent Framework 1.0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Run it (VS Code — no Azure needed)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git clone the repo, then open it in VS Code</a:t>
            </a:r>
          </a:p>
          <a:p>
            <a:r>
              <a:rPr sz="1800">
                <a:solidFill>
                  <a:srgbClr val="202020"/>
                </a:solidFill>
              </a:rPr>
              <a:t>python -m venv .venv  →  activate it</a:t>
            </a:r>
          </a:p>
          <a:p>
            <a:r>
              <a:rPr sz="1800">
                <a:solidFill>
                  <a:srgbClr val="202020"/>
                </a:solidFill>
              </a:rPr>
              <a:t>pip install -r requirements.txt</a:t>
            </a:r>
          </a:p>
          <a:p>
            <a:r>
              <a:rPr sz="1800">
                <a:solidFill>
                  <a:srgbClr val="202020"/>
                </a:solidFill>
              </a:rPr>
              <a:t>uvicorn app.main:app --reload</a:t>
            </a:r>
          </a:p>
          <a:p>
            <a:r>
              <a:rPr sz="1800">
                <a:solidFill>
                  <a:srgbClr val="202020"/>
                </a:solidFill>
              </a:rPr>
              <a:t>Open /docs and call  POST /api/v1/claims/validate</a:t>
            </a:r>
          </a:p>
          <a:p>
            <a:r>
              <a:rPr sz="1800">
                <a:solidFill>
                  <a:srgbClr val="202020"/>
                </a:solidFill>
              </a:rPr>
              <a:t>Runs in MOCK mode — no Azure/keys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Architect's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Great for embedding skills into existing apps</a:t>
            </a:r>
          </a:p>
          <a:p>
            <a:r>
              <a:rPr sz="1800">
                <a:solidFill>
                  <a:srgbClr val="202020"/>
                </a:solidFill>
              </a:rPr>
              <a:t>Strong across .NET and Python</a:t>
            </a:r>
          </a:p>
          <a:p>
            <a:r>
              <a:rPr sz="1800">
                <a:solidFill>
                  <a:srgbClr val="202020"/>
                </a:solidFill>
              </a:rPr>
              <a:t>Skills carry into the Agent Framework labs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